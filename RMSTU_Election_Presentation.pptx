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RMSTU DIGITAL ELECTION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97316"/>
                </a:solidFill>
                <a:latin typeface="Calibri"/>
              </a:defRPr>
            </a:pPr>
            <a:r>
              <a:t>A Secure &amp; Transparent Online Voting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474720"/>
            <a:ext cx="3047695" cy="548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Course: Java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Rangamati MST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⚠  Traditional paper-based voting is slow, costly, and prone to errors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⚠  Manual vote counting takes days — results are delayed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⚠  No transparency — students cannot verify their votes were counted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⚠  Candidate manifestos not easily accessible to voters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⚠  Security concerns with ballot box tampering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Fully digital online voting platform — vote from anywhere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Instant result generation with per-post vote counting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Real-time leaderboard — voters can track results live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Candidate profiles with manifesto for informed voting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Role-based access: Admin, Voter, Candidate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  Dark/Light theme — modern UI for all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React 19 + TypeScript</a:t>
            </a:r>
            <a:br/>
            <a:r>
              <a:t>Vite 6 (Build Tool)</a:t>
            </a:r>
            <a:br/>
            <a:r>
              <a:t>Tailwind CSS v4</a:t>
            </a:r>
            <a:br/>
            <a:r>
              <a:t>Framer Motion (Animations)</a:t>
            </a:r>
            <a:br/>
            <a:r>
              <a:t>Wouter (Routing)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4747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474720" cy="508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Firebase Firestore</a:t>
            </a:r>
            <a:br/>
            <a:r>
              <a:t>(NoSQL Database)</a:t>
            </a:r>
            <a:br/>
            <a:r>
              <a:t>Firebase Auth</a:t>
            </a:r>
            <a:br/>
            <a:r>
              <a:t>Real-time Data Sync</a:t>
            </a:r>
            <a:br/>
            <a:r>
              <a:t>Security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50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JAVA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Java SE (Console App)</a:t>
            </a:r>
            <a:br/>
            <a:r>
              <a:t>OOP Concepts</a:t>
            </a:r>
            <a:br/>
            <a:r>
              <a:t>Collections Framework</a:t>
            </a:r>
            <a:br/>
            <a:r>
              <a:t>Scanner I/O</a:t>
            </a:r>
            <a:br/>
            <a:r>
              <a:t>Firebase Admin SDK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User Layer: Voter, Candidate, Admin — distinct dashboards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- Voter: View candidates, cast vote, see results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- Candidate: Apply, submit manifesto, track standings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- Admin: Manage elections, approve candidates, declare winners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Application Layer: React SPA (Single Page Application)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- Components, Pages, Context (state management)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Data Layer: Firebase Firestore (Real-time NoSQL)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- Collections: users, candidates,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ROLES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50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VOTER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Register  Sign In</a:t>
            </a:r>
            <a:br/>
            <a:r>
              <a:t> View Candidates</a:t>
            </a:r>
            <a:br/>
            <a:r>
              <a:t> Cast Vote</a:t>
            </a:r>
            <a:br/>
            <a:r>
              <a:t> See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474720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CANDIDATE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Register  Apply</a:t>
            </a:r>
            <a:br/>
            <a:r>
              <a:t> Get Approved</a:t>
            </a:r>
            <a:br/>
            <a:r>
              <a:t> Submit Manifesto</a:t>
            </a:r>
            <a:br/>
            <a:r>
              <a:t> Track Rankings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508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ADMIN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Sign In (Admin)</a:t>
            </a:r>
            <a:br/>
            <a:r>
              <a:t> Schedule Election</a:t>
            </a:r>
            <a:br/>
            <a:r>
              <a:t> Approve Candidates</a:t>
            </a:r>
            <a:br/>
            <a:r>
              <a:t> Declare Winner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GLOBAL WORKFLOW: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Calibri"/>
              </a:defRPr>
            </a:pPr>
            <a:r>
              <a:t>Sign Up  Sign In  Portal Select  Apply/Vote  Election Day  Vote Casting  Results  Winner Declared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 — FIRESTORE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Collection: users/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Doc ID: voter1, admin — Fields: id, name, role, hasVoted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Collection: candidates/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Doc ID: auto — Fields: id, userId, name, posts[], status, votes, manifesto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Collection: config/election (single document)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 Fields: status, date, startTime, endTime, officialWinner, availablePosts[]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Security: Read public, Write restricted by role &amp; field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One Student, One Vote — prevents duplicate voting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Per-Post Voting — President, GS, VP with separate rankings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Automatic Winner Declaration — per-post and overall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Live Result Tracking — real-time vote count updates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Dark/Light Theme — user preference toggle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Fully Responsive — mobile, tablet, desktop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Admin-Only Controls — schedule, approve, reset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Candidate Manifesto — voters can read positions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Reset All Data — clear everything for new 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JAVA CONSOLE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Package: election (4 classes, ~400 lines of code)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User.java — Model with UserRole enum (ADMIN/VOTER/CANDIDATE)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Candidate.java — Model with CandidateStatus (PENDING/APPROVED/REJECTED)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ElectionManager.java — Core business logic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- Registration, Authentication, Candidate Management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- Vote Casting, Results, Winner Declaration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 - Reset All Data (deletes all users)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Main.java — Console menu-driven UI (Scanner I/O)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Key: HashMap&lt;String,User&gt;, List&lt;Candidate&gt;, Stream API, 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OOP CONCEPTS DEMONSTRATED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Encapsulation: Private fields with public getters/setters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Polymorphism: Enum types, method overloading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Abstraction: ElectionManager hides complexity from Main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Collections: HashMap, ArrayList, Stream API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Java I/O: Scanner for input, printf for formatted output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Lambda &amp; Streams: filter(), map(), sorted(), collect()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Exception Handling: Null checks, Optional for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OTP-based voter verification via SMS/Email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Blockchain-based vote storage for tamper-proof records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Voter turnout analytics dashboard with charts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Multi-language support (Bengali + English)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Mobile App (Android/iOS) using Flutter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Fingerprint/biometric authentication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Export results as PDF/Excel for official records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</a:pPr>
            <a:r>
              <a:t>  Java Spring Boot REST API backend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2651760"/>
            <a:ext cx="2133295" cy="5486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97316"/>
                </a:solidFill>
                <a:latin typeface="Calibri"/>
              </a:defRPr>
            </a:pPr>
            <a:r>
              <a:t>RMSTU Digital Election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Questions &amp; Discussion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GitHub: nayeemuddin0351/University-Digital-Election-Hub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