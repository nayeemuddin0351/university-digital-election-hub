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645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693408"/>
            <a:ext cx="12191695" cy="1645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RMSTU DIGITAL ELECTION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97316"/>
                </a:solidFill>
                <a:latin typeface="Calibri"/>
              </a:defRPr>
            </a:pPr>
            <a:r>
              <a:t>A Secure &amp; Transparent Online Voting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3291840"/>
            <a:ext cx="2743200" cy="457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DDDDD"/>
                </a:solidFill>
                <a:latin typeface="Calibri"/>
              </a:defRPr>
            </a:pPr>
            <a:r>
              <a:t>Course: Java Programming  |  Rangamati MST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Developed by: Md. Nayeem Uddin Peyal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Manual paper-based voting is time-consuming &amp; error-prone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Vote counting takes days — delayed results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No transparency in the voting process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Candidate manifestos not accessible to voters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Ballot box tampering &amp; security concerns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Low voter turnout due to inconvenient process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Fully digital — vote from anywhere, any device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Instant results — real-time vote counting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Transparent — live leaderboard for all voters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Candidate profiles with manifestos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Role-based access: Admin / Voter / Candidate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Secure backend with Firebase Security Rules</a:t>
            </a:r>
          </a:p>
          <a:p>
            <a:pPr>
              <a:spcAft>
                <a:spcPts val="50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  Dark/Light theme — modern responsive UI</a:t>
            </a:r>
          </a:p>
        </p:txBody>
      </p:sp>
      <p:pic>
        <p:nvPicPr>
          <p:cNvPr id="6" name="Picture 5" descr="ss_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React 19 + TypeScript</a:t>
            </a:r>
            <a:br/>
            <a:r>
              <a:t>Vite 6 (Build Tool)</a:t>
            </a:r>
            <a:br/>
            <a:r>
              <a:t>Tailwind CSS v4</a:t>
            </a:r>
            <a:br/>
            <a:r>
              <a:t>Framer Motion (Anim)</a:t>
            </a:r>
            <a:br/>
            <a:r>
              <a:t>Wouter (Client Routing)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383280" cy="508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7316"/>
                </a:solidFill>
                <a:latin typeface="Calibri"/>
              </a:defRPr>
            </a:pPr>
            <a:r>
              <a:t>BACKEND /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Firebase Firestore</a:t>
            </a:r>
            <a:br/>
            <a:r>
              <a:t>(Real-time NoSQL)</a:t>
            </a:r>
            <a:br/>
            <a:r>
              <a:t>Firebase Auth</a:t>
            </a:r>
            <a:br/>
            <a:r>
              <a:t>Security Rules</a:t>
            </a:r>
            <a:br/>
            <a:r>
              <a:t>Serverless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383280" cy="508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Calibri"/>
              </a:defRPr>
            </a:pPr>
            <a:r>
              <a:t>JAVA 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Java SE (Console App)</a:t>
            </a:r>
            <a:br/>
            <a:r>
              <a:t>OOP Concepts</a:t>
            </a:r>
            <a:br/>
            <a:r>
              <a:t>Collections: HashMap, List</a:t>
            </a:r>
            <a:br/>
            <a:r>
              <a:t>Stream API / Lambdas</a:t>
            </a:r>
            <a:br/>
            <a:r>
              <a:t>Scanner I/O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APPLICATION SCREENS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822960"/>
            <a:ext cx="1828800" cy="36576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s_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47472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Calibri"/>
              </a:defRPr>
            </a:pPr>
            <a:r>
              <a:t>  Home / Landing Page</a:t>
            </a:r>
          </a:p>
        </p:txBody>
      </p:sp>
      <p:pic>
        <p:nvPicPr>
          <p:cNvPr id="7" name="Picture 6" descr="ss_02_who_are_y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188720"/>
            <a:ext cx="34747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8056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Calibri"/>
              </a:defRPr>
            </a:pPr>
            <a:r>
              <a:t>  Who Are You?</a:t>
            </a:r>
          </a:p>
        </p:txBody>
      </p:sp>
      <p:pic>
        <p:nvPicPr>
          <p:cNvPr id="9" name="Picture 8" descr="ss_03_sign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188720"/>
            <a:ext cx="3474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3200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Calibri"/>
              </a:defRPr>
            </a:pPr>
            <a:r>
              <a:t>  Sign Up Page</a:t>
            </a:r>
          </a:p>
        </p:txBody>
      </p:sp>
      <p:pic>
        <p:nvPicPr>
          <p:cNvPr id="11" name="Picture 10" descr="ss_04_sign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931920"/>
            <a:ext cx="347472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5943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Calibri"/>
              </a:defRPr>
            </a:pPr>
            <a:r>
              <a:t>  Sign In Page</a:t>
            </a:r>
          </a:p>
        </p:txBody>
      </p:sp>
      <p:pic>
        <p:nvPicPr>
          <p:cNvPr id="13" name="Picture 12" descr="ss_05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3931920"/>
            <a:ext cx="3474720" cy="22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5943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Calibri"/>
              </a:defRPr>
            </a:pPr>
            <a:r>
              <a:t>  Admin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1. User Layer:  Voter | Candidate | Admin  (3 distinct dashboards)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2. Application Layer:  React SPA (Single Page Application)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Pages: Overview, Auth, Dashboard, Portal Select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Components: Navbar, VoteBg, Theme Switcher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Context: ElectionProvider (global state via useElection)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3. Data Layer:  Firebase Firestore (real-time NoSQL)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Collections: users/, candidates/, config/election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Real-time listeners: onSnapshot() for live updates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4. Java Console:  Standalone Java SE application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  - Same logic, terminal-based UI, demonstrates 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USER ROLES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1031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508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Calibri"/>
              </a:defRPr>
            </a:pPr>
            <a:r>
              <a:t>VOTER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Register  Sign In</a:t>
            </a:r>
            <a:br/>
            <a:r>
              <a:t>View Candidates  Cast Vote</a:t>
            </a:r>
            <a:br/>
            <a:r>
              <a:t>Track Live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63040"/>
            <a:ext cx="3474720" cy="21031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60" y="1463040"/>
            <a:ext cx="3474720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691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CANDIDATE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48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Apply  Get Approved</a:t>
            </a:r>
            <a:br/>
            <a:r>
              <a:t>Submit Manifesto</a:t>
            </a:r>
            <a:br/>
            <a:r>
              <a:t>Track Rankings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63040"/>
            <a:ext cx="3474720" cy="21031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463040"/>
            <a:ext cx="3474720" cy="508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691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7316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148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Schedule Election</a:t>
            </a:r>
            <a:br/>
            <a:r>
              <a:t>Approve Candidates</a:t>
            </a:r>
            <a:br/>
            <a:r>
              <a:t>Manage Config  Reset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END-TO-END WORKFLOW: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D700"/>
                </a:solidFill>
                <a:latin typeface="Calibri"/>
              </a:defRPr>
            </a:pPr>
            <a:r>
              <a:t>Sign Up / Register → Sign In → Select Portal → Apply or Wait → Election Day</a:t>
            </a:r>
          </a:p>
          <a:p>
            <a:pPr>
              <a:spcAft>
                <a:spcPts val="500"/>
              </a:spcAft>
              <a:defRPr sz="1500">
                <a:solidFill>
                  <a:srgbClr val="FFD700"/>
                </a:solidFill>
                <a:latin typeface="Calibri"/>
              </a:defRPr>
            </a:pPr>
            <a:r>
              <a:t>  → Cast Vote → Real-time Results → Election Ends → Winner Declared → Reset for Next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JAVA IMPLEMENTATION — CORE CLASSES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777240"/>
            <a:ext cx="1828800" cy="3657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5303520"/>
          </a:xfrm>
          <a:prstGeom prst="round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2743200" cy="2540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Calibri"/>
              </a:defRPr>
            </a:pPr>
            <a:r>
              <a:t>  ElectionManager.java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FFA0"/>
                </a:solidFill>
                <a:latin typeface="Calibri"/>
              </a:defRPr>
            </a:pPr>
            <a:r>
              <a:t>// ElectionManager.java - Core Logic</a:t>
            </a:r>
            <a:br/>
            <a:r>
              <a:t>public class ElectionManager {</a:t>
            </a:r>
            <a:br/>
            <a:r>
              <a:t>    Map&lt;String, User&gt; users = new HashMap&lt;&gt;();</a:t>
            </a:r>
            <a:br/>
            <a:r>
              <a:t>    List&lt;Candidate&gt; candidates = new ArrayList&lt;&gt;();</a:t>
            </a:r>
            <a:br/>
            <a:r>
              <a:t>    ElectionStatus status = ElectionStatus.FINISHED;</a:t>
            </a:r>
            <a:br/>
            <a:r>
              <a:t>    String officialWinner = "";</a:t>
            </a:r>
            <a:br/>
            <a:br/>
            <a:r>
              <a:t>    public boolean registerUser(String id, </a:t>
            </a:r>
            <a:br/>
            <a:r>
              <a:t>          String name, String password) {</a:t>
            </a:r>
            <a:br/>
            <a:r>
              <a:t>        if (users.containsKey(id)) return false;</a:t>
            </a:r>
            <a:br/>
            <a:r>
              <a:t>        users.put(id, new User(id, name, password, </a:t>
            </a:r>
            <a:br/>
            <a:r>
              <a:t>            User.UserRole.VOTER));</a:t>
            </a:r>
            <a:br/>
            <a:r>
              <a:t>        return true;</a:t>
            </a:r>
            <a:br/>
            <a:r>
              <a:t>    }</a:t>
            </a:r>
            <a:br/>
            <a:br/>
            <a:r>
              <a:t>    public List&lt;Candidate&gt; getRankedCandidates() {</a:t>
            </a:r>
            <a:br/>
            <a:r>
              <a:t>        return getApprovedCandidates().stream()</a:t>
            </a:r>
            <a:br/>
            <a:r>
              <a:t>            .sorted((a, b) -&gt; Integer.compare(</a:t>
            </a:r>
            <a:br/>
            <a:r>
              <a:t>                b.getVotes(), a.getVotes()))</a:t>
            </a:r>
            <a:br/>
            <a:r>
              <a:t>            .collect(Collectors.toList());</a:t>
            </a:r>
            <a:br/>
            <a:r>
              <a:t>   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97280"/>
            <a:ext cx="5486400" cy="5303520"/>
          </a:xfrm>
          <a:prstGeom prst="round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097280"/>
            <a:ext cx="2743200" cy="2540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43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Calibri"/>
              </a:defRPr>
            </a:pPr>
            <a:r>
              <a:t>  Main.java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FFA0"/>
                </a:solidFill>
                <a:latin typeface="Calibri"/>
              </a:defRPr>
            </a:pPr>
            <a:r>
              <a:t>// Main.java - Console Menu</a:t>
            </a:r>
            <a:br/>
            <a:r>
              <a:t>public static void main(String[] args) {</a:t>
            </a:r>
            <a:br/>
            <a:r>
              <a:t>    ElectionManager election = new ElectionManager();</a:t>
            </a:r>
            <a:br/>
            <a:r>
              <a:t>    Scanner scanner = new Scanner(System.in);</a:t>
            </a:r>
            <a:br/>
            <a:r>
              <a:t>    election.registerUser("admin", </a:t>
            </a:r>
            <a:br/>
            <a:r>
              <a:t>        "Admin", "admin123");</a:t>
            </a:r>
            <a:br/>
            <a:br/>
            <a:r>
              <a:t>    while (true) {</a:t>
            </a:r>
            <a:br/>
            <a:r>
              <a:t>        System.out.println("1. Register");</a:t>
            </a:r>
            <a:br/>
            <a:r>
              <a:t>        System.out.println("2. Sign In");</a:t>
            </a:r>
            <a:br/>
            <a:r>
              <a:t>        System.out.println("3. Apply as Candidate");</a:t>
            </a:r>
            <a:br/>
            <a:r>
              <a:t>        System.out.println("4. Vote");</a:t>
            </a:r>
            <a:br/>
            <a:r>
              <a:t>        System.out.println("5. Show Results");</a:t>
            </a:r>
            <a:br/>
            <a:r>
              <a:t>        System.out.println("0. Exit");</a:t>
            </a:r>
            <a:br/>
            <a:br/>
            <a:r>
              <a:t>        String choice = scanner.nextLine();</a:t>
            </a:r>
            <a:br/>
            <a:r>
              <a:t>        // ... handle each option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OOP CONCEPTS IN JAVA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743200" cy="2540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Calibri"/>
              </a:defRPr>
            </a:pPr>
            <a:r>
              <a:t>  OOP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FFA0"/>
                </a:solidFill>
                <a:latin typeface="Calibri"/>
              </a:defRPr>
            </a:pPr>
            <a:r>
              <a:t>// ENCAPSULATION</a:t>
            </a:r>
            <a:br/>
            <a:r>
              <a:t>public class User {</a:t>
            </a:r>
            <a:br/>
            <a:r>
              <a:t>    private String id;</a:t>
            </a:r>
            <a:br/>
            <a:r>
              <a:t>    private String name;</a:t>
            </a:r>
            <a:br/>
            <a:r>
              <a:t>    private UserRole role;</a:t>
            </a:r>
            <a:br/>
            <a:r>
              <a:t>    private boolean hasVoted;</a:t>
            </a:r>
            <a:br/>
            <a:br/>
            <a:r>
              <a:t>    public String getId() { return id; }</a:t>
            </a:r>
            <a:br/>
            <a:r>
              <a:t>    public String getName() { return name; }</a:t>
            </a:r>
            <a:br/>
            <a:r>
              <a:t>    public UserRole getRole() { return role; }</a:t>
            </a:r>
            <a:br/>
            <a:r>
              <a:t>}</a:t>
            </a:r>
            <a:br/>
            <a:br/>
            <a:r>
              <a:t>// POLYMORPHISM (Enum types)</a:t>
            </a:r>
            <a:br/>
            <a:r>
              <a:t>public enum UserRole { ADMIN, VOTER, CANDIDATE }</a:t>
            </a:r>
            <a:br/>
            <a:r>
              <a:t>public enum CandidateStatus { PENDING, APPROVED, REJECTED }</a:t>
            </a:r>
            <a:br/>
            <a:br/>
            <a:r>
              <a:t>// ABSTRACTION</a:t>
            </a:r>
            <a:br/>
            <a:r>
              <a:t>// ElectionManager hides 200+ lines</a:t>
            </a:r>
            <a:br/>
            <a:r>
              <a:t>// of business logic from Main.java</a:t>
            </a:r>
            <a:br/>
            <a:br/>
            <a:r>
              <a:t>// COLLECTIONS &amp; STREAMS</a:t>
            </a:r>
            <a:br/>
            <a:r>
              <a:t>candidates.stream()</a:t>
            </a:r>
            <a:br/>
            <a:r>
              <a:t>    .filter(c -&gt; c.getStatus() == APPROVED)</a:t>
            </a:r>
            <a:br/>
            <a:r>
              <a:t>    .sorted((a,b) -&gt; b.getVotes()-a.getVotes())</a:t>
            </a:r>
            <a:br/>
            <a:r>
              <a:t>    .collect(Collectors.toList());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DATABASE DESIGN — FIRESTORE (NoSQL)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Collection: users/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Document: {id, name, password, role, hasVoted}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Example: voter1 {name: "Sample Voter", role: "VOTER"}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Collection: candidates/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Document: {id, userId, name, posts[], status, votes, manifesto}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Example: cand_01 {name: "Alice", posts: ["President"], votes: 42}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Collection: config/election (single doc)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 Document: {status, date, duration, officialWinner, availablePosts[]}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Security: Read public | Write validated by role &amp; field rules</a:t>
            </a:r>
          </a:p>
          <a:p>
            <a:pPr>
              <a:spcAft>
                <a:spcPts val="500"/>
              </a:spcAft>
              <a:defRPr sz="1700">
                <a:solidFill>
                  <a:srgbClr val="DDDDDD"/>
                </a:solidFill>
                <a:latin typeface="Calibri"/>
              </a:defRPr>
            </a:pPr>
            <a:r>
              <a:t>  Real-time: onSnapshot() listeners for live vote updates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8463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303520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USER FACING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  One Student, One Vote (no duplicates)</a:t>
            </a:r>
            <a:br/>
            <a:r>
              <a:t>  Per-Post Voting (President, GS, VP)</a:t>
            </a:r>
            <a:br/>
            <a:r>
              <a:t>  Automatic Winner Declaration</a:t>
            </a:r>
            <a:br/>
            <a:r>
              <a:t>  Live Real-time Results</a:t>
            </a:r>
            <a:br/>
            <a:r>
              <a:t>  Dark / Light Theme Toggle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5303520" cy="4846320"/>
          </a:xfrm>
          <a:prstGeom prst="round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5303520" cy="508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7316"/>
                </a:solidFill>
                <a:latin typeface="Calibri"/>
              </a:defRPr>
            </a:pPr>
            <a:r>
              <a:t>ADMIN /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DD"/>
                </a:solidFill>
                <a:latin typeface="Calibri"/>
              </a:defRPr>
            </a:pPr>
            <a:r>
              <a:t>  Fully Responsive (Mobile, Tablet, Desktop)</a:t>
            </a:r>
            <a:br/>
            <a:r>
              <a:t>  Admin-Only Controls (Schedule, Approve)</a:t>
            </a:r>
            <a:br/>
            <a:r>
              <a:t>  Candidate Manifesto Submission</a:t>
            </a:r>
            <a:br/>
            <a:r>
              <a:t>  Reset All Data for New Election</a:t>
            </a:r>
            <a:br/>
            <a:r>
              <a:t>  Firebase Security Rules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JAVA CONSOLE — DEMO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777240"/>
            <a:ext cx="1828800" cy="36576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11247120" cy="5486400"/>
          </a:xfrm>
          <a:prstGeom prst="round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2743200" cy="2540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Calibri"/>
              </a:defRPr>
            </a:pPr>
            <a:r>
              <a:t>  Console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FFA0"/>
                </a:solidFill>
                <a:latin typeface="Calibri"/>
              </a:defRPr>
            </a:pPr>
            <a:r>
              <a:t>=========================================</a:t>
            </a:r>
            <a:br/>
            <a:r>
              <a:t>    RMSTU DIGITAL ELECTION HUB</a:t>
            </a:r>
            <a:br/>
            <a:r>
              <a:t>=========================================</a:t>
            </a:r>
            <a:br/>
            <a:br/>
            <a:r>
              <a:t>  --- President ---</a:t>
            </a:r>
            <a:br/>
            <a:r>
              <a:t>   #1 Alice              42 votes</a:t>
            </a:r>
            <a:br/>
            <a:r>
              <a:t>   #2 Bob                15 votes</a:t>
            </a:r>
            <a:br/>
            <a:br/>
            <a:r>
              <a:t>  --- General Secretary ---</a:t>
            </a:r>
            <a:br/>
            <a:r>
              <a:t>   #1 Charlie            30 votes</a:t>
            </a:r>
            <a:br/>
            <a:r>
              <a:t>   #2 David              10 votes</a:t>
            </a:r>
            <a:br/>
            <a:br/>
            <a:r>
              <a:t>  OFFICIAL WINNER: Alice</a:t>
            </a:r>
            <a:br/>
            <a:br/>
            <a:r>
              <a:t>=========================================</a:t>
            </a:r>
            <a:br/>
            <a:r>
              <a:t>[SYSTEM] All election data has been reset.</a:t>
            </a:r>
            <a:br/>
            <a:r>
              <a:t>[SYSTEM] Users deleted. Must re-register.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1828800" cy="3657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OTP-based voter verification via SMS / Email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Blockchain-based vote storage for tamper-proof audit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Voter turnout charts &amp; analytics dashboard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Multi-language support (Bengali + English)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Mobile App (Android / iOS with Flutter)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Biometric / Fingerprint authentication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Export results as PDF / Excel</a:t>
            </a:r>
          </a:p>
          <a:p>
            <a:pPr>
              <a:spcAft>
                <a:spcPts val="500"/>
              </a:spcAft>
              <a:defRPr sz="1900">
                <a:solidFill>
                  <a:srgbClr val="DDDDDD"/>
                </a:solidFill>
                <a:latin typeface="Calibri"/>
              </a:defRPr>
            </a:pPr>
            <a:r>
              <a:t>  Java Spring Boot REST API (replace Firebase)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645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693408"/>
            <a:ext cx="12191695" cy="1645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017520"/>
            <a:ext cx="2133295" cy="457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97316"/>
                </a:solidFill>
                <a:latin typeface="Calibri"/>
              </a:defRPr>
            </a:pPr>
            <a:r>
              <a:t>RMSTU Digital Election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DDDDD"/>
                </a:solidFill>
                <a:latin typeface="Calibri"/>
              </a:defRPr>
            </a:pPr>
            <a:r>
              <a:t>Questions &amp; Discussion Welcome!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GitHub: nayeemuddin0351/University-Digital-Election-Hub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